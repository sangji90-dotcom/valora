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발로라 카탈로그 사이트 시연본입니다. 핵심은 두 가지입니다. (1) 고객사가 우리 손을 안 거치고 직접 제품을 올리고 고칠 수 있다, (2) 그래서 납품 후 우리가 관리할 일이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결제·회원가입이 없는 것은 기능을 뺀 게 아니라 의도한 선택입니다. 결제를 넣으면 PG 심사와 통신판매업 신고가 따라오고, 회원을 넣으면 개인정보 보관 책임이 생깁니다. 둘 다 납품 후 우리가 계속 떠안는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문의 내용은 구글 폼으로 받고 우리 서버나 관리화면에는 저장하지 않습니다. 개인정보를 보관하지 않으면 지킬 것도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실장님께 먼저 말씀드려야 할 부분입니다. 연락처가 비어 보이는 것은 실수가 아니라 의뢰받은 건이 아니기 때문에 일부러 비워둔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쇼핑몰이라면 리뷰 수와 판매량이 들어갈 자리에, 우리는 팔지 않으므로 검증 가능한 사실을 놓았습니다. "업계 1위" 같은 확인 불가능한 문구는 부당 표시가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ESG 담당자가 보고서에 옮겨 적을 숫자라, 이 고객층에는 판매량보다 이쪽이 직접적입니다. 산출 근거는 고객사에서 받아 두어야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탭을 눌러 아무것도 없는 화면을 보는 것보다, 탭 자체를 감추는 쪽이 낫다고 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카탈로그라도 첫 접촉은 휴대폰인 경우가 많습니다. 데스크톱만 보고 넘기면 모바일이 깨져 있어도 모릅니다.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자료의 핵심 메시지입니다. 사이트와 관리화면은 주소가 다른 별개의 화면입니다.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실장님이 가장 먼저 물으실 지점입니다. 핵심은 "사이트에 로그인을 넣는 순간 서버가 생긴다"는 것입니다. 서버가 생기면 월 고정비, 보안 패치, 장애 대응이 전부 따라오고, 그건 납품하고 끝나는 일이 아니라 계속 남는 일입니다. 관리화면을 Sanity에 맡기면 로그인·권한·계정 관리를 그쪽이 다 합니다. Supabase 같은 대안도 봤지만 무료 플랜은 7일 동안 방문이 없으면 프로젝트가 자동으로 멈춥니다. 방문자가 적은 납품 사이트는 여기 정확히 걸려서, 몇 달 뒤에 "사이트가 안 떠요" 연락이 옵니다. Sanity 무료 플랜은 그 자동 정지가 없어서 골랐습니다.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메뉴를 셋으로 줄인 것은 의도한 것입니다. 관리화면에 항목이 많을수록 담당자가 건드리면 안 되는 곳을 건드립니다.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납품 때는 고객사 명의로 주소를 새로 만들어 전달합니다. 1~2분 지연은 서버 없이 미리 만들어 두는 방식이라 생기는 것이고, 그 대신 월 고정비가 0원입니다.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일부러 이렇게 만들었습니다. 잘못된 내용으로 사이트가 덮어써지는 것보다, 만들기를 멈추고 예전 화면을 유지하는 쪽이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건씩 올리는 게 기본이고, 초기 등록처럼 수십 건을 한꺼번에 넣어야 할 때만 엑셀을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필수 항목을 화면에서 빨간 별표로 표시해 두었습니다. 비어 있으면 Publish가 아예 눌리지 않아서, 반쪽짜리 제품이 사이트에 올라가는 일이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인수인계 때 이 한 장만 따로 짚어드리면 문의 전화의 절반이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품절이나 시즌 종료는 "잠시 내리기"를 쓰시면 됩니다. Delete는 되돌릴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개인정보처리방침은 문의를 받는 한 법적으로 공개되어 있어야 합니다. 내려버리면 문제가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무료 플랜은 공개 저장소만 제공합니다. 그래서 개인정보는 구조적으로 넣으면 안 됩니다. 문의 내용을 구글 폼으로 받는 것도 같은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가지로 대부분 해결됩니다. 인수인계 문서에도 같은 순서로 적어두었습니다.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도메인·호스팅·관리화면 계정을 모두 고객사 명의로 만들고 결제도 고객사 카드로 등록합니다. 대납하면 갱신 관리가 영원히 우리 일이 됩니다. 계약서에 하자보수 기간을 명시하는 것도 같은 맥락입니다.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검사 후 피드백 주시면 반영하겠습니다.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-1051560"/>
            <a:ext cx="3291840" cy="3291840"/>
          </a:xfrm>
          <a:prstGeom prst="ellipse">
            <a:avLst/>
          </a:prstGeom>
          <a:solidFill>
            <a:srgbClr val="B25A38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194560" cy="2194560"/>
          </a:xfrm>
          <a:prstGeom prst="ellipse">
            <a:avLst/>
          </a:prstGeom>
          <a:solidFill>
            <a:srgbClr val="E0A98F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25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제이유컴퍼니 · 카탈로그 사이트 템플릿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발로라 카탈로그 사이트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603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소개 · 관리화면 사용법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1005840" cy="18288"/>
          </a:xfrm>
          <a:prstGeom prst="rect">
            <a:avLst/>
          </a:prstGeom>
          <a:solidFill>
            <a:srgbClr val="B25A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474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A9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22.   |   시연본 검수용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요약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만들었나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365760" cy="365760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536192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카탈로그 사이트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1847088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제품을 보여주고 문의로 연결하는 사이트입니다.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15184"/>
            <a:ext cx="365760" cy="365760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2560320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고객사가 직접 고칩니다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2871216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추가·수정·삭제를 관리화면에서 직접 합니다.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우리에게 연락할 필요가 없습니다.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639312"/>
            <a:ext cx="365760" cy="365760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3584448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고정비 0원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3895344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없습니다. 미리 만들어 둔 파일만 올라갑니다.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0" y="1536192"/>
            <a:ext cx="2926080" cy="2798064"/>
          </a:xfrm>
          <a:prstGeom prst="roundRect">
            <a:avLst>
              <a:gd name="adj" fmla="val 2614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175564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넣지 않은 것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971032" y="2084832"/>
            <a:ext cx="24140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장바구니 · 결제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· 로그인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조회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후기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71032" y="3401568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결제를 넣으면 PG 심사와 신고가,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회원을 넣으면 개인정보 보관 책임이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따라옵니다. 둘 다 납품 후에도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남는 일입니다.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방문자가 보는 화면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719072"/>
            <a:ext cx="329184" cy="329184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97864" y="17007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084832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소개와 대표 제품.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제품을 하나씩 넘겨 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65192" y="1719072"/>
            <a:ext cx="329184" cy="329184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65192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04104" y="17007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목록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65192" y="2084832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카테고리로 걸러 보고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검색으로 찾습니다.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3182112"/>
            <a:ext cx="329184" cy="329184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31638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상세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3547872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사진·사양·설명.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문의로 이어집니다.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944368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3182112"/>
            <a:ext cx="329184" cy="329184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65192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04104" y="31638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965192" y="3547872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폼으로 받습니다.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DB에 저장하지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알아두실 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사이트는 발로라 공식 사이트가 아닙니다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4632" y="1444752"/>
            <a:ext cx="8174736" cy="741883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6" name="Image 0" descr="/home/claude/valora/shots/demo-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8138160" cy="7053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2677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페이지 맨 위에 붙어 있어, 들어오자마자 읽게 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0352" y="2953512"/>
            <a:ext cx="109728" cy="109728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5528" y="2852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등록 차단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28529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구글·네이버에 잡히지 않도록 막아두었습니다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" y="3483864"/>
            <a:ext cx="109728" cy="109728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" y="3383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연락처는 가짜 값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33832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000-0000-0000 / contact@example.com — 의도한 것입니다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0352" y="4014216"/>
            <a:ext cx="109728" cy="109728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5528" y="39136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디스펜서 4구 이미지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391363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사진이 아니라 도면입니다. 실물 제작 전이라 화면에도 명시했습니다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화면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85032" y="1554480"/>
            <a:ext cx="4974336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6" name="Image 0" descr="/home/claude/valora/shots/home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572768"/>
            <a:ext cx="493776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719072"/>
            <a:ext cx="310896" cy="310896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19751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파는 회사인지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먼저 말합니다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578608"/>
            <a:ext cx="310896" cy="310896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근거 띠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출원번호·기술이전 기관처럼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상대가 직접 확인할 수 있는 것만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438144"/>
            <a:ext cx="310896" cy="310896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292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고정 메뉴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6941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내려가도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문의로 바로 갈 수 있습니다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화면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제품과 도입 효과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4632" y="1792224"/>
            <a:ext cx="3968496" cy="249402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6" name="Image 0" descr="/home/claude/valora/shots/home-show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0512"/>
            <a:ext cx="3931920" cy="24574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90872" y="1792224"/>
            <a:ext cx="3968496" cy="249402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8" name="Image 1" descr="/home/claude/valora/shots/home-st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10512"/>
            <a:ext cx="3931920" cy="24574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제품 — 한 화면에 하나씩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도입하면 얼마나 줄어드나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37769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동그라미로 다음 제품을 봅니다.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밀어서도 넘어갑니다.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437769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옆에 기준 수량과 단서를 반드시 함께 씁니다.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숫자만 크게 쓰면 그 자체로 과장이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화면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목록과 제품 상세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4632" y="1792224"/>
            <a:ext cx="3968496" cy="226739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6" name="Image 0" descr="/home/claude/valora/shot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0512"/>
            <a:ext cx="3931920" cy="22308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90872" y="1792224"/>
            <a:ext cx="3968496" cy="226739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8" name="Image 1" descr="/home/claude/valora/shots/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10512"/>
            <a:ext cx="3931920" cy="22308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목록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상세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18763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카테고리로 걸러 보고 검색으로 찾습니다.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수는 자동으로 세어 보여줍니다.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418763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사진·사양·설명이 탭으로 나뉩니다.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사양이 비어 있으면 그 탭은 아예 안 나옵니다.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화면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휴대폰에서 보는 화면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76072" y="1463040"/>
            <a:ext cx="1304168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6" name="Image 0" descr="/home/claude/valora/shots/m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1267592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4352544"/>
            <a:ext cx="163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46584" y="1463040"/>
            <a:ext cx="1304168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9" name="Image 1" descr="/home/claude/valora/shots/m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72" y="1481328"/>
            <a:ext cx="1267592" cy="2743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81992" y="4352544"/>
            <a:ext cx="163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목록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7097" y="1463040"/>
            <a:ext cx="1304168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12" name="Image 2" descr="/home/claude/valora/shots/m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385" y="1481328"/>
            <a:ext cx="1267592" cy="2743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52505" y="4352544"/>
            <a:ext cx="163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상세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814457" y="1481328"/>
            <a:ext cx="2826623" cy="2743200"/>
          </a:xfrm>
          <a:prstGeom prst="roundRect">
            <a:avLst>
              <a:gd name="adj" fmla="val 2667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052201" y="1700784"/>
            <a:ext cx="2351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휴대폰이 기준입니다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052201" y="2066544"/>
            <a:ext cx="2351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문의는 대부분 휴대폰에서 들어옵니다.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화면 맨 아래에 문의 버튼이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계속 붙어 있습니다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설명을 다 읽고 위로 다시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올라갈 필요가 없습니다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743200" cy="2743200"/>
          </a:xfrm>
          <a:prstGeom prst="ellipse">
            <a:avLst/>
          </a:prstGeom>
          <a:solidFill>
            <a:srgbClr val="B25A38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783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여기서부터가 핵심입니다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48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수정·추가·관리는 별도 화면에서 합니다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971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C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사이트를 고치려고 우리에게 연락하실 필요가 없습니다.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관리화면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사이트에서 바로 고치지 않나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"사이트에 관리자로 로그인해서 그 자리에서 고치면 되지 않나?" — 가장 먼저 나오는 질문입니다.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55648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93852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사이트에서 바로 고치게 한다면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32257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서버와 DB가 생깁니다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569464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켜져 있는 서버가 필요 — 월 고정비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889504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창이 공개 표적이 됩니다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3136392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주소만 알면 누구나 두드려 봅니다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3456432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관리가 우리 일이 됩니다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70332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재설정 · 권한 · 퇴사자 계정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755648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3EEE6"/>
          </a:solidFill>
          <a:ln w="12700">
            <a:solidFill>
              <a:srgbClr val="E0A9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65192" y="193852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방식 — 관리화면 분리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65192" y="232257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사이트는 파일만 올라갑니다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965192" y="2569464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없습니다 — 월 고정비 0원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65192" y="2889504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사이트에 로그인 창이 없습니다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965192" y="3136392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두드릴 문 자체가 없습니다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65192" y="3456432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로그인·권한은 Sanity가 맡습니다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65192" y="370332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코드도 고칠 코드도 없습니다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169664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BF2EC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1696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E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주소를 두 개 기억하셔야 하고, 저장 후 1~2분 기다리셔야 합니다 — 그 둘을 내주고 위의 셋을 얻는 거래입니다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관리화면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들어가면 이렇게 생겼습니다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38144" y="1499616"/>
            <a:ext cx="5221224" cy="2799741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6" name="Image 0" descr="/home/claude/valora/shots/studio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432" y="1517904"/>
            <a:ext cx="5184648" cy="2763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664208"/>
            <a:ext cx="310896" cy="310896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6459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— 무엇을 고칠지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· 홈 배너 · 페이지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가지로만 나눠 두었습니다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523744"/>
            <a:ext cx="310896" cy="310896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25054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— 목록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779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+ 로 새로 만듭니다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383280"/>
            <a:ext cx="310896" cy="310896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292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끝 동그라미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639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초록은 공개 중,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파랑은 아직 저장만 된 상태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관리화면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두 개 — 즐겨찾기에 둘 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39319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방문자가 보는 사이트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482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valora.sangji90.workers.dev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들어오는 화면입니다.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517904"/>
            <a:ext cx="3931920" cy="1572768"/>
          </a:xfrm>
          <a:prstGeom prst="roundRect">
            <a:avLst>
              <a:gd name="adj" fmla="val 4651"/>
            </a:avLst>
          </a:prstGeom>
          <a:solidFill>
            <a:srgbClr val="2A211C"/>
          </a:solidFill>
          <a:ln w="12700">
            <a:solidFill>
              <a:srgbClr val="2A21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쓰는 관리화면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0482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sanity.io  →  발로라 Studio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542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A9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로그인해야 들어갈 수 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8138160" cy="1170432"/>
          </a:xfrm>
          <a:prstGeom prst="roundRect">
            <a:avLst>
              <a:gd name="adj" fmla="val 6250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493008"/>
            <a:ext cx="7552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바로 사이트에 보이지 않습니다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3840480"/>
            <a:ext cx="7552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후 사이트가 다시 만들어지는 데 1~2분 걸립니다.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저장하고 바로 새로고침하면 예전 내용이 보이는 것이 정상입니다.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방식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무슨 일이 일어나나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2286000" cy="1481328"/>
          </a:xfrm>
          <a:prstGeom prst="roundRect">
            <a:avLst>
              <a:gd name="adj" fmla="val 4938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3896" y="1865376"/>
            <a:ext cx="384048" cy="384048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5389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40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관리화면에서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Publish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980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누릅니다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664208"/>
            <a:ext cx="2286000" cy="1481328"/>
          </a:xfrm>
          <a:prstGeom prst="roundRect">
            <a:avLst>
              <a:gd name="adj" fmla="val 4938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9976" y="1865376"/>
            <a:ext cx="384048" cy="384048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7997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340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만듭니다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7980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시작됩니다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664208"/>
            <a:ext cx="2286000" cy="1481328"/>
          </a:xfrm>
          <a:prstGeom prst="roundRect">
            <a:avLst>
              <a:gd name="adj" fmla="val 4938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6056" y="1865376"/>
            <a:ext cx="384048" cy="384048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0605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340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7980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1~2분 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401568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FBF2EC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602736"/>
            <a:ext cx="7552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E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잘못돼 있으면 사이트 만들기가 실패합니다 — 그래도 사이트는 안 깨집니다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3931920"/>
            <a:ext cx="7552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 예전 화면이 그대로 살아 있습니다. 고쳐서 다시 Publish 하면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추가하기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57276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제품을 누릅니다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06654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+ 버튼을 누릅니다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256032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채웁니다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2834640"/>
            <a:ext cx="4361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끝에 * 가 있으면 필수입니다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" y="321868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아래 Publish 를 누릅니다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" y="3493008"/>
            <a:ext cx="4361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Publish 전까지는 사이트에 안 나옵니다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1554480"/>
            <a:ext cx="2926080" cy="2121408"/>
          </a:xfrm>
          <a:prstGeom prst="roundRect">
            <a:avLst>
              <a:gd name="adj" fmla="val 3448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71032" y="177393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마지막은 항상 이 버튼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71032" y="2139696"/>
            <a:ext cx="2414016" cy="475488"/>
          </a:xfrm>
          <a:prstGeom prst="roundRect">
            <a:avLst>
              <a:gd name="adj" fmla="val 11538"/>
            </a:avLst>
          </a:prstGeom>
          <a:solidFill>
            <a:srgbClr val="2A211C"/>
          </a:solidFill>
          <a:ln w="12700">
            <a:solidFill>
              <a:srgbClr val="2A21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71032" y="213969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Publish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971032" y="2743200"/>
            <a:ext cx="2414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아래에 있습니다.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버튼을 누르기 전까지는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저장만 된 상태이고,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사이트에는 나오지 않습니다.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986784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" y="3986784"/>
            <a:ext cx="7552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제품이 많으면 엑셀 양식으로 한 번에 올릴 수도 있습니다 (우리가 변환해 드립니다)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채워야 하는 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4434840" cy="512064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제품명 *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5727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보일 이름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주소 *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0848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소문자와 하이픈으로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96312"/>
            <a:ext cx="4434840" cy="512064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596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 *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5968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목록에 보입니다. 120자까지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108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*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108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것 중에서 고릅니다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4434840" cy="512064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210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이미지 *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621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1200픽셀 이상 권장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2245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비어 있으면 Publish 버튼이 눌리지 않습니다.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93792" y="1463040"/>
            <a:ext cx="3465576" cy="2693225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20" name="Image 0" descr="/home/claude/valora/shots/studio-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481328"/>
            <a:ext cx="3429000" cy="26566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막히는 지점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2A211C"/>
          </a:solidFill>
          <a:ln w="12700">
            <a:solidFill>
              <a:srgbClr val="2A21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9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"Publish 버튼이 회색이고 안 눌려요"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항상 URL 주소 칸이 비어 있는 경우입니다.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61872" y="2706624"/>
            <a:ext cx="6620256" cy="1286642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  <a:effectLst>
            <a:outerShdw sx="100000" sy="100000" kx="0" ky="0" algn="bl" rotWithShape="0" blurRad="152400" dist="38100" dir="5400000">
              <a:srgbClr val="2A211C">
                <a:alpha val="18000"/>
              </a:srgbClr>
            </a:outerShdw>
          </a:effectLst>
        </p:spPr>
      </p:sp>
      <p:pic>
        <p:nvPicPr>
          <p:cNvPr id="9" name="Image 0" descr="/home/claude/valora/shots/studio-u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724912"/>
            <a:ext cx="6583680" cy="125006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02920" y="412128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제목에서 Generate 를 누르면 빈 값이 나옵니다. 영문으로 직접 적으세요.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439560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: 4캡슐 프리미엄 박스형 → box-4capsule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고치기와 내리기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627632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목록에서 고칠 제품을 누르고 → 내용을 고치고 → Publish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920240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고치는 중에 창을 닫아도 내용은 남아 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3931920" cy="1755648"/>
          </a:xfrm>
          <a:prstGeom prst="roundRect">
            <a:avLst>
              <a:gd name="adj" fmla="val 4167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내리기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0540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6499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"작성 중"을 켜고 Publish.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사이트에서 사라지지만 내용은 남습니다.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다시 켜면 그대로 돌아옵니다.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2542032"/>
            <a:ext cx="3931920" cy="1755648"/>
          </a:xfrm>
          <a:prstGeom prst="roundRect">
            <a:avLst>
              <a:gd name="adj" fmla="val 4167"/>
            </a:avLst>
          </a:prstGeom>
          <a:solidFill>
            <a:srgbClr val="FBF2EC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지우기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0540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8A2F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수 없음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36499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3개 → Delete.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단종되어 다시 팔 일이 없는 제품만.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실수로 지웠으면 바로 연락 주세요.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말고도 직접 고칩니다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1790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배너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517904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맨 위 큰 그림. 사진·문구·순서를 바꿉니다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22576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2257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322576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주소·전화번호가 바뀌었을 때 여기서 고칩니다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FBF2EC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2724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D3E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개인정보처리방침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127248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문의를 받는 동안에는 절대 "작성 중"으로 내리지 마세요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93192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교체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931920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끌어다 놓으면 끝. 휴대폰 사진도 자동으로 줄여서 씁니다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관리화면에서 하면 안 되는 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1042416"/>
          </a:xfrm>
          <a:prstGeom prst="roundRect">
            <a:avLst>
              <a:gd name="adj" fmla="val 7018"/>
            </a:avLst>
          </a:prstGeom>
          <a:solidFill>
            <a:srgbClr val="FBF2EC"/>
          </a:solidFill>
          <a:ln w="12700">
            <a:solidFill>
              <a:srgbClr val="E0A9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3E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개인정보를 넣지 마세요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8366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이름·전화번호·주소·문의 내용. 여기 넣은 내용은 인터넷에서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읽을 수 있는 상태로 저장됩니다. 제품·회사 소개만 넣으세요.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980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주소는 한 번 정하면 바꾸지 마세요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08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기존 주소로 들어오던 링크가 전부 끊기고 검색 결과에서도 사라집니다.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856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카테고리는 새로 만들 수 없습니다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965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목록에 없는 카테고리가 필요하면 연락 주세요. 사이트 쪽도 같이 고쳐야 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"고쳤는데 사이트에 안 보여요"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517904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Publish 를 눌렀나요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1810512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흔한 원인입니다. 저장만 하고 Publish를 안 누른 경우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2311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기다렸나요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2523744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1~2분 걸립니다. 바로 새로고침하면 예전 내용이 보입니다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2944368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"작성 중"이 켜져 있지 않나요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" y="3236976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켜져 있으면 사이트에서 감춰집니다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694176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2A211C"/>
          </a:solidFill>
          <a:ln w="12700">
            <a:solidFill>
              <a:srgbClr val="2A21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" y="3694176"/>
            <a:ext cx="7552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다 확인해도 안 되면 연락 주세요. 실수로 지웠을 때는 빨리 연락할수록 살릴 확률이 높습니다.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이렇게 만들었나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 후에 우리 일이 남지 않게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47045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931920" cy="2066544"/>
          </a:xfrm>
          <a:prstGeom prst="roundRect">
            <a:avLst>
              <a:gd name="adj" fmla="val 3540"/>
            </a:avLst>
          </a:prstGeom>
          <a:solidFill>
            <a:srgbClr val="F3EEE6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5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고객사가 직접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48256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추가·수정·삭제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교체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회사소개·연락처 변경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교체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81328"/>
            <a:ext cx="3931920" cy="206654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6642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5E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우리에게 연락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048256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추가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변경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카테고리 추가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대응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85616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BF2EC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3785616"/>
            <a:ext cx="7552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3E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계정은 전부 고객사 명의로 만듭니다 — 우리 계정으로 만들면 2년 뒤에도 전화가 옵니다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566160"/>
            <a:ext cx="2377440" cy="2377440"/>
          </a:xfrm>
          <a:prstGeom prst="ellipse">
            <a:avLst/>
          </a:prstGeom>
          <a:solidFill>
            <a:srgbClr val="B25A38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58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8755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65376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사진 톤 정리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121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A9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빨강·파랑·도면이 섞여 있어 목록 화면에서 눈에 띕니다. 촬영 가이드가 먼저 필요합니다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615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3종 글자 대비 점검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2907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A9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사이트들에서 흐린 글자가 남아 있습니다. 검사 도구를 붙여 자동으로 막을 예정입니다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438144"/>
            <a:ext cx="347472" cy="347472"/>
          </a:xfrm>
          <a:prstGeom prst="ellipse">
            <a:avLst/>
          </a:prstGeom>
          <a:solidFill>
            <a:srgbClr val="B25A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인수인계 문서 3종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" y="3694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A9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매뉴얼 · 계정과 비용 · 재배포 방법. 사용 매뉴얼은 초안이 나와 있습니다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A2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제이유컴퍼니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발로라 카탈로그 사이트</dc:title>
  <dc:subject>PptxGenJS Presentation</dc:subject>
  <dc:creator>제이유컴퍼니</dc:creator>
  <cp:lastModifiedBy>제이유컴퍼니</cp:lastModifiedBy>
  <cp:revision>1</cp:revision>
  <dcterms:created xsi:type="dcterms:W3CDTF">2026-09-22T07:34:23Z</dcterms:created>
  <dcterms:modified xsi:type="dcterms:W3CDTF">2026-09-22T07:34:23Z</dcterms:modified>
</cp:coreProperties>
</file>